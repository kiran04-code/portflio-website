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Quattrocento"/>
      <p:regular r:id="rId17"/>
    </p:embeddedFont>
    <p:embeddedFont>
      <p:font typeface="Quattrocento"/>
      <p:regular r:id="rId18"/>
    </p:embeddedFont>
    <p:embeddedFont>
      <p:font typeface="Quattrocento"/>
      <p:regular r:id="rId19"/>
    </p:embeddedFont>
    <p:embeddedFont>
      <p:font typeface="Quattrocento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921669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Lifeshield: Revolutionizing Healthcare Identity &amp; Telehealth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392692"/>
            <a:ext cx="7468553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Welcome to Lifeshield, where we're pioneering the future of secure, transparent, and efficient healthcare interactions. This presentation outlines our innovative approach to doctor and hospital verification using Non-Fungible Tokens (NFTs) and a cutting-edge Peer-to-Peer (P2P) video consultation topology.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859161"/>
            <a:ext cx="4505920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Agenda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837724" y="2901196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 Light" pitchFamily="34" charset="0"/>
                <a:ea typeface="Quattrocento Light" pitchFamily="34" charset="-122"/>
                <a:cs typeface="Quattrocento Light" pitchFamily="34" charset="-120"/>
              </a:rPr>
              <a:t>01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3277553"/>
            <a:ext cx="6357818" cy="3048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5" name="Text 3"/>
          <p:cNvSpPr/>
          <p:nvPr/>
        </p:nvSpPr>
        <p:spPr>
          <a:xfrm>
            <a:off x="837724" y="3458170"/>
            <a:ext cx="290667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NFT-Based Verification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7724" y="3953708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Secure and tamper-proof doctor/hospital credentials.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434858" y="2901196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 Light" pitchFamily="34" charset="0"/>
                <a:ea typeface="Quattrocento Light" pitchFamily="34" charset="-122"/>
                <a:cs typeface="Quattrocento Light" pitchFamily="34" charset="-120"/>
              </a:rPr>
              <a:t>02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7434858" y="3277553"/>
            <a:ext cx="6357818" cy="3048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9" name="Text 7"/>
          <p:cNvSpPr/>
          <p:nvPr/>
        </p:nvSpPr>
        <p:spPr>
          <a:xfrm>
            <a:off x="7434858" y="3458170"/>
            <a:ext cx="294560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P2P Video Consultation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34858" y="3953708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Low-latency, privacy-enhanced telehealth.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37724" y="4755475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 Light" pitchFamily="34" charset="0"/>
                <a:ea typeface="Quattrocento Light" pitchFamily="34" charset="-122"/>
                <a:cs typeface="Quattrocento Light" pitchFamily="34" charset="-120"/>
              </a:rPr>
              <a:t>03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837724" y="5131832"/>
            <a:ext cx="6357818" cy="3048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3" name="Text 11"/>
          <p:cNvSpPr/>
          <p:nvPr/>
        </p:nvSpPr>
        <p:spPr>
          <a:xfrm>
            <a:off x="837724" y="531245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Benefits &amp; Innovation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7724" y="5807988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Key advantages and patentable aspects of our system.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7434858" y="4755475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 Light" pitchFamily="34" charset="0"/>
                <a:ea typeface="Quattrocento Light" pitchFamily="34" charset="-122"/>
                <a:cs typeface="Quattrocento Light" pitchFamily="34" charset="-120"/>
              </a:rPr>
              <a:t>04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7434858" y="5131832"/>
            <a:ext cx="6357818" cy="3048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7" name="Text 15"/>
          <p:cNvSpPr/>
          <p:nvPr/>
        </p:nvSpPr>
        <p:spPr>
          <a:xfrm>
            <a:off x="7434858" y="531245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Vision &amp; Impact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34858" y="5807988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Transforming healthcare identity and telehealth standards.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6623" y="476607"/>
            <a:ext cx="8681918" cy="509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NFT Issuance for Doctor &amp; Hospital Verification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6623" y="1333024"/>
            <a:ext cx="13417153" cy="554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Upon successful verification, our system mints a unique, non-transferable NFT for each doctor or hospital. This NFT serves as a digital badge of authenticity on the blockchain.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6623" y="2255758"/>
            <a:ext cx="2155031" cy="25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NFT Metadata Includes: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6623" y="2683907"/>
            <a:ext cx="6497122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Hospital/Doctor Name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6623" y="3021806"/>
            <a:ext cx="6497122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License Hash (encrypted)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6623" y="3359706"/>
            <a:ext cx="6497122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Verification Date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6623" y="3697605"/>
            <a:ext cx="6497122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Expiry Date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6623" y="4035504"/>
            <a:ext cx="6497122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Optional: Decentralized Identifier (DID)</a:t>
            </a:r>
            <a:endParaRPr lang="en-US" sz="13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4275" y="2277428"/>
            <a:ext cx="6497122" cy="64971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7118" y="594836"/>
            <a:ext cx="8225314" cy="636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Transparent Verification for Patients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18" y="1798796"/>
            <a:ext cx="6294239" cy="62942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6663" y="1771769"/>
            <a:ext cx="2545199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Parent/Patient View: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586663" y="2306241"/>
            <a:ext cx="6294239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On a hospital or doctor's profile, parents see a prominent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"Verified - Lifeshield NFT Badge"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586663" y="3074075"/>
            <a:ext cx="6294239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They can scan a QR code or directly check the blockchain hash to independently verify authenticity, ensuring peace of mind.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586663" y="4328755"/>
            <a:ext cx="2545199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Dynamic Updates: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586663" y="4863227"/>
            <a:ext cx="6294239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If a license expires or is revoked, the associated NFT is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auto-burned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via a smart contract.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586663" y="5631061"/>
            <a:ext cx="6294239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badge instantly disappears from the profile, ensuring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always up-to-date verification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93445"/>
            <a:ext cx="998886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Core Benefits of NFT-Based Verification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076212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Our NFT verification system offers unparalleled advantages: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2728436"/>
            <a:ext cx="6357818" cy="2184202"/>
          </a:xfrm>
          <a:prstGeom prst="roundRect">
            <a:avLst>
              <a:gd name="adj" fmla="val 1644"/>
            </a:avLst>
          </a:prstGeom>
          <a:solidFill>
            <a:srgbClr val="123332"/>
          </a:solidFill>
          <a:ln w="30480">
            <a:solidFill>
              <a:srgbClr val="4A6B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7724" y="2728436"/>
            <a:ext cx="121920" cy="2184202"/>
          </a:xfrm>
          <a:prstGeom prst="roundRect">
            <a:avLst>
              <a:gd name="adj" fmla="val 29451"/>
            </a:avLst>
          </a:prstGeom>
          <a:solidFill>
            <a:srgbClr val="EF9C82"/>
          </a:solidFill>
          <a:ln/>
        </p:spPr>
      </p:sp>
      <p:sp>
        <p:nvSpPr>
          <p:cNvPr id="6" name="Text 4"/>
          <p:cNvSpPr/>
          <p:nvPr/>
        </p:nvSpPr>
        <p:spPr>
          <a:xfrm>
            <a:off x="1229439" y="299823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Tamper-Proof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29439" y="3493770"/>
            <a:ext cx="569630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Blockchain technology ensures NFTs cannot be forged or altered, providing immutable proof of credentials.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7434858" y="2728436"/>
            <a:ext cx="6357818" cy="2184202"/>
          </a:xfrm>
          <a:prstGeom prst="roundRect">
            <a:avLst>
              <a:gd name="adj" fmla="val 1644"/>
            </a:avLst>
          </a:prstGeom>
          <a:solidFill>
            <a:srgbClr val="123332"/>
          </a:solidFill>
          <a:ln w="30480">
            <a:solidFill>
              <a:srgbClr val="4A6B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34858" y="2728436"/>
            <a:ext cx="121920" cy="2184202"/>
          </a:xfrm>
          <a:prstGeom prst="roundRect">
            <a:avLst>
              <a:gd name="adj" fmla="val 29451"/>
            </a:avLst>
          </a:prstGeom>
          <a:solidFill>
            <a:srgbClr val="EF9C82"/>
          </a:solidFill>
          <a:ln/>
        </p:spPr>
      </p:sp>
      <p:sp>
        <p:nvSpPr>
          <p:cNvPr id="10" name="Text 8"/>
          <p:cNvSpPr/>
          <p:nvPr/>
        </p:nvSpPr>
        <p:spPr>
          <a:xfrm>
            <a:off x="7826573" y="299823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Privacy-Preserving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826573" y="3493770"/>
            <a:ext cx="569630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Sensitive data like full license IDs is hashed, preventing public exposure while maintaining verifiable integrity.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837724" y="5151953"/>
            <a:ext cx="6357818" cy="2184202"/>
          </a:xfrm>
          <a:prstGeom prst="roundRect">
            <a:avLst>
              <a:gd name="adj" fmla="val 1644"/>
            </a:avLst>
          </a:prstGeom>
          <a:solidFill>
            <a:srgbClr val="123332"/>
          </a:solidFill>
          <a:ln w="30480">
            <a:solidFill>
              <a:srgbClr val="4A6B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7724" y="5151953"/>
            <a:ext cx="121920" cy="2184202"/>
          </a:xfrm>
          <a:prstGeom prst="roundRect">
            <a:avLst>
              <a:gd name="adj" fmla="val 29451"/>
            </a:avLst>
          </a:prstGeom>
          <a:solidFill>
            <a:srgbClr val="EF9C82"/>
          </a:solidFill>
          <a:ln/>
        </p:spPr>
      </p:sp>
      <p:sp>
        <p:nvSpPr>
          <p:cNvPr id="14" name="Text 12"/>
          <p:cNvSpPr/>
          <p:nvPr/>
        </p:nvSpPr>
        <p:spPr>
          <a:xfrm>
            <a:off x="1229439" y="542174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Portable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29439" y="5917287"/>
            <a:ext cx="569630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verification badge can be reused across multiple platforms or for insurance verification, streamlining processes.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7434858" y="5151953"/>
            <a:ext cx="6357818" cy="2184202"/>
          </a:xfrm>
          <a:prstGeom prst="roundRect">
            <a:avLst>
              <a:gd name="adj" fmla="val 1644"/>
            </a:avLst>
          </a:prstGeom>
          <a:solidFill>
            <a:srgbClr val="123332"/>
          </a:solidFill>
          <a:ln w="30480">
            <a:solidFill>
              <a:srgbClr val="4A6B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34858" y="5151953"/>
            <a:ext cx="121920" cy="2184202"/>
          </a:xfrm>
          <a:prstGeom prst="roundRect">
            <a:avLst>
              <a:gd name="adj" fmla="val 29451"/>
            </a:avLst>
          </a:prstGeom>
          <a:solidFill>
            <a:srgbClr val="EF9C82"/>
          </a:solidFill>
          <a:ln/>
        </p:spPr>
      </p:sp>
      <p:sp>
        <p:nvSpPr>
          <p:cNvPr id="18" name="Text 16"/>
          <p:cNvSpPr/>
          <p:nvPr/>
        </p:nvSpPr>
        <p:spPr>
          <a:xfrm>
            <a:off x="7826573" y="542174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Automated Updates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826573" y="5917287"/>
            <a:ext cx="569630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Smart contracts autonomously handle expiry and revocation, reducing manual oversight and potential errors.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369" y="374333"/>
            <a:ext cx="7454622" cy="400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Revolutionizing Telehealth: P2P Video Consultations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76369" y="1046798"/>
            <a:ext cx="13677662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Current telehealth platforms often rely on Selective Forwarding Units (SFUs), where all video streams pass through a central server. Lifeshield shifts to a pure P2P model for enhanced privacy and efficiency.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76369" y="1553647"/>
            <a:ext cx="1601391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Current (SFU) Model: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76369" y="1889879"/>
            <a:ext cx="6672858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Video streams relayed through central servers (e.g., Zego Cloud).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6369" y="2155150"/>
            <a:ext cx="6672858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Higher latency due to server hops.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6369" y="2420422"/>
            <a:ext cx="6672858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Server bandwidth costs.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88793" y="1553647"/>
            <a:ext cx="1621512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Lifeshield's P2P Model: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88793" y="1889879"/>
            <a:ext cx="6672858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Direct doctor-patient connection via WebRTC + decentralized signaling.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88793" y="2155150"/>
            <a:ext cx="6672858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Optional blockchain-based session token verification before call.</a:t>
            </a:r>
            <a:endParaRPr lang="en-US" sz="10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8793" y="2525911"/>
            <a:ext cx="6672858" cy="66728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791533"/>
            <a:ext cx="779657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Benefits of P2P Video Topology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974300"/>
            <a:ext cx="4158734" cy="3463647"/>
          </a:xfrm>
          <a:prstGeom prst="roundRect">
            <a:avLst>
              <a:gd name="adj" fmla="val 1037"/>
            </a:avLst>
          </a:prstGeom>
          <a:solidFill>
            <a:srgbClr val="315251"/>
          </a:solidFill>
          <a:ln/>
        </p:spPr>
      </p:sp>
      <p:sp>
        <p:nvSpPr>
          <p:cNvPr id="4" name="Shape 2"/>
          <p:cNvSpPr/>
          <p:nvPr/>
        </p:nvSpPr>
        <p:spPr>
          <a:xfrm>
            <a:off x="1077039" y="3213616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EF9C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4445" y="3370659"/>
            <a:ext cx="323136" cy="4038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7039" y="417099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Lower Latency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77039" y="4666536"/>
            <a:ext cx="368010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Direct connection eliminates server intermediaries, resulting in smoother, real-time communication.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5235773" y="2974300"/>
            <a:ext cx="4158734" cy="3463647"/>
          </a:xfrm>
          <a:prstGeom prst="roundRect">
            <a:avLst>
              <a:gd name="adj" fmla="val 1037"/>
            </a:avLst>
          </a:prstGeom>
          <a:solidFill>
            <a:srgbClr val="315251"/>
          </a:solidFill>
          <a:ln/>
        </p:spPr>
      </p:sp>
      <p:sp>
        <p:nvSpPr>
          <p:cNvPr id="9" name="Shape 6"/>
          <p:cNvSpPr/>
          <p:nvPr/>
        </p:nvSpPr>
        <p:spPr>
          <a:xfrm>
            <a:off x="5475089" y="3213616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EF9C8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2495" y="3370659"/>
            <a:ext cx="323136" cy="4038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75089" y="417099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Reduced Server Costs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75089" y="4666536"/>
            <a:ext cx="368010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 need to relay video streams through our servers, significantly cutting bandwidth expenses.</a:t>
            </a:r>
            <a:endParaRPr lang="en-US" sz="1850" dirty="0"/>
          </a:p>
        </p:txBody>
      </p:sp>
      <p:sp>
        <p:nvSpPr>
          <p:cNvPr id="13" name="Shape 9"/>
          <p:cNvSpPr/>
          <p:nvPr/>
        </p:nvSpPr>
        <p:spPr>
          <a:xfrm>
            <a:off x="9633823" y="2974300"/>
            <a:ext cx="4158853" cy="3463647"/>
          </a:xfrm>
          <a:prstGeom prst="roundRect">
            <a:avLst>
              <a:gd name="adj" fmla="val 1037"/>
            </a:avLst>
          </a:prstGeom>
          <a:solidFill>
            <a:srgbClr val="315251"/>
          </a:solidFill>
          <a:ln/>
        </p:spPr>
      </p:sp>
      <p:sp>
        <p:nvSpPr>
          <p:cNvPr id="14" name="Shape 10"/>
          <p:cNvSpPr/>
          <p:nvPr/>
        </p:nvSpPr>
        <p:spPr>
          <a:xfrm>
            <a:off x="9873139" y="3213616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EF9C8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0544" y="3370659"/>
            <a:ext cx="323136" cy="4038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3139" y="417099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Enhanced Privacy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3139" y="4666536"/>
            <a:ext cx="3680222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Video content never touches third-party servers, simplifying end-to-end encryption and boosting data security.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425" y="424577"/>
            <a:ext cx="10606087" cy="45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 Patentable Innovation: Decentralized Session Verification + P2P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540425" y="1187648"/>
            <a:ext cx="13549551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Our unique combination of decentralized session verification via blockchain with a pure P2P video consultation topology represents a significant advancement in telehealth security and efficiency.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265" y="1608415"/>
            <a:ext cx="13437870" cy="57947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0441" y="6315502"/>
            <a:ext cx="3241072" cy="358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P2P WebRTC Connection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500441" y="4974106"/>
            <a:ext cx="3283202" cy="358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Blockchain Verifies Token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500441" y="3646260"/>
            <a:ext cx="2869097" cy="358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User Initiates Call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500441" y="2304863"/>
            <a:ext cx="2869097" cy="358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Start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2001" y="7750612"/>
            <a:ext cx="13317974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"This integrated approach ensures both the identity of participants and the integrity of the session are cryptographically secured, without compromising on performance or privacy."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0425" y="7576899"/>
            <a:ext cx="22860" cy="594479"/>
          </a:xfrm>
          <a:prstGeom prst="rect">
            <a:avLst/>
          </a:prstGeom>
          <a:solidFill>
            <a:srgbClr val="EF9C82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909405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Lifeshield's Core Aims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3092172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15251"/>
          </a:solidFill>
          <a:ln/>
        </p:spPr>
      </p:sp>
      <p:sp>
        <p:nvSpPr>
          <p:cNvPr id="4" name="Text 2"/>
          <p:cNvSpPr/>
          <p:nvPr/>
        </p:nvSpPr>
        <p:spPr>
          <a:xfrm>
            <a:off x="937974" y="3150156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615559" y="3174444"/>
            <a:ext cx="334101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Secure &amp; Transparent Verification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15559" y="4021931"/>
            <a:ext cx="3341013" cy="229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 provide tamper-proof, privacy-preserving verification of doctors and hospitals using NFTs, giving parents and patients independent authenticity checks.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5255776" y="3092172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15251"/>
          </a:solidFill>
          <a:ln/>
        </p:spPr>
      </p:sp>
      <p:sp>
        <p:nvSpPr>
          <p:cNvPr id="8" name="Text 6"/>
          <p:cNvSpPr/>
          <p:nvPr/>
        </p:nvSpPr>
        <p:spPr>
          <a:xfrm>
            <a:off x="5356027" y="3150156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6033611" y="3174444"/>
            <a:ext cx="334101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Efficient &amp; Private Telehealth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033611" y="4021931"/>
            <a:ext cx="334101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 deliver low-latency, secure, and privacy-enhanced video consultations through a pure P2P topology.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9673828" y="3092172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15251"/>
          </a:solidFill>
          <a:ln/>
        </p:spPr>
      </p:sp>
      <p:sp>
        <p:nvSpPr>
          <p:cNvPr id="12" name="Text 10"/>
          <p:cNvSpPr/>
          <p:nvPr/>
        </p:nvSpPr>
        <p:spPr>
          <a:xfrm>
            <a:off x="9774079" y="3150156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10451663" y="3174444"/>
            <a:ext cx="334101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Novel &amp; Patentable Mechanisms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451663" y="4021931"/>
            <a:ext cx="3341013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 combine NFT-based verification with decentralized P2P video, creating unique and defensible intellectual property.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020" y="425053"/>
            <a:ext cx="5345906" cy="454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Key Takeaways &amp; Future Outlook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541020" y="1265992"/>
            <a:ext cx="1818799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Outcome: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1020" y="1647944"/>
            <a:ext cx="6585585" cy="494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NFT-based verification badges</a:t>
            </a:r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replace centralized license storage for medical professionals.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1020" y="2196822"/>
            <a:ext cx="6585585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P2P video consultations</a:t>
            </a:r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enhance privacy, reduce latency, and are blockchain-verifiable.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1020" y="2498288"/>
            <a:ext cx="6585585" cy="494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These mechanisms are unique and </a:t>
            </a:r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patentable</a:t>
            </a:r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due to the novel combination of NFT verification and decentralized P2P video topology.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1415" y="1285280"/>
            <a:ext cx="6585585" cy="658558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11415" y="8044696"/>
            <a:ext cx="1818799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Next Steps: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511415" y="8426648"/>
            <a:ext cx="6585585" cy="494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We are poised to pilot these innovations, aiming to set new industry standards for trust and efficiency in healthcare. Contact us to learn more about partnering with Lifeshield.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2025-09-04T09:10:50Z</dcterms:created>
  <dcterms:modified xsi:type="dcterms:W3CDTF">2025-09-04T09:10:50Z</dcterms:modified>
</cp:coreProperties>
</file>